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5"/>
  </p:notesMasterIdLst>
  <p:sldIdLst>
    <p:sldId id="261" r:id="rId2"/>
    <p:sldId id="262" r:id="rId3"/>
    <p:sldId id="263" r:id="rId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7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208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7772400" y="2926080"/>
            <a:ext cx="2926080" cy="2926080"/>
          </a:xfrm>
          <a:prstGeom prst="ellipse">
            <a:avLst/>
          </a:prstGeom>
          <a:solidFill>
            <a:srgbClr val="F5A623">
              <a:alpha val="1019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-731520" y="-731520"/>
            <a:ext cx="2560320" cy="2560320"/>
          </a:xfrm>
          <a:prstGeom prst="ellipse">
            <a:avLst/>
          </a:prstGeom>
          <a:solidFill>
            <a:srgbClr val="FDEBC0">
              <a:alpha val="7843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7200" y="34747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156"/>
            </a:srgbClr>
          </a:solidFill>
          <a:ln w="12700" cap="flat" cmpd="sng">
            <a:solidFill>
              <a:srgbClr val="F5D9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34747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D98E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5D98E"/>
                </a:solidFill>
                <a:latin typeface="Calibri"/>
                <a:ea typeface="Calibri"/>
                <a:cs typeface="Calibri"/>
                <a:sym typeface="Calibri"/>
              </a:rPr>
              <a:t>CÔNG NGHỆ ĐỨNG PHÍA SAU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Ba lớp tạo nên một hệ thống học</a:t>
            </a:r>
            <a:b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có trí nhớ.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1920240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57200" y="2103120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94360" y="2103120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234440" y="215798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AI Hội Thoại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234440" y="2432304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Người học luyện trong ngữ cảnh thật — không phải câu hỏi trắc nghiệm cứng nhắc. Phản hồi đúng trình độ, đúng mục tiêu.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2990088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7200" y="2990088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94360" y="2990088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234440" y="3044952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Bộ Nhớ Học Tập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234440" y="331927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Hệ thống nhớ người học đã học gì, thường sai ở đâu — dài hạn và liên tục qua từng phiên học.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3877056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57200" y="3877056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94360" y="3877056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234440" y="3931920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Cơ Chế Ôn Tập Thông Minh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234440" y="4206240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Đưa đúng nội dung về đúng lúc. Không random, không cứng nhắc theo lịch — dựa trên dữ liệu cá nhân.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57200" y="4663440"/>
            <a:ext cx="8138160" cy="292608"/>
          </a:xfrm>
          <a:prstGeom prst="rect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F5D98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94360" y="466344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050"/>
              <a:buFont typeface="Georgia"/>
              <a:buNone/>
            </a:pPr>
            <a:r>
              <a:rPr lang="en-US" sz="1050" b="0" i="1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"Công nghệ không phải mục tiêu. Công nghệ chỉ là cách để biến việc học rời rạc thành một hệ thống học có trí nhớ."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32500"/>
    </mc:Choice>
    <mc:Fallback>
      <p:transition advClick="0" advTm="32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5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7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85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8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15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8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3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45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75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  <p:bldP spid="154" grpId="0"/>
      <p:bldP spid="158" grpId="0"/>
      <p:bldP spid="159" grpId="0"/>
      <p:bldP spid="160" grpId="0"/>
      <p:bldP spid="163" grpId="0"/>
      <p:bldP spid="164" grpId="0"/>
      <p:bldP spid="165" grpId="0"/>
      <p:bldP spid="168" grpId="0"/>
      <p:bldP spid="169" grpId="0"/>
      <p:bldP spid="170" grpId="0"/>
      <p:bldP spid="17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0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DEBC0">
              <a:alpha val="65098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57200" y="3474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57200" y="34747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KẾT QUẢ KỲ VỌNG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Ít phân mảnh. Nhớ lâu hơn.</a:t>
            </a:r>
            <a:br>
              <a:rPr lang="en-US" sz="30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Tiến bộ đều hơn.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57200" y="21031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VỚI NGƯỜI HỌC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24414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66928" y="24414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😌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051560" y="24414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Giảm cảm giác học mãi mà không lên.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31272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566928" y="31272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51560" y="31272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Tăng khả năng nhớ và dùng trong tình huống thật.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38130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66928" y="38130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🗓️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051560" y="38130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Lộ trình học liên tục, không phải phiên rời rạc.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754880" y="21031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VỚI SẢN PHẨM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754880" y="24414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864608" y="24414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349240" y="24414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Tăng giữ chân vì người dùng thấy có tiếp nối.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754880" y="31272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864608" y="31272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349240" y="31272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Khác biệt rõ so với chatbot học tiếng Anh thường.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754880" y="38130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864608" y="38130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349240" y="38130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Mở đường cho premium: coaching theo nghề nghiệp.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57200" y="4617720"/>
            <a:ext cx="54864" cy="347472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40080" y="4617720"/>
            <a:ext cx="7909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50"/>
              <a:buFont typeface="Georgia"/>
              <a:buNone/>
            </a:pPr>
            <a:r>
              <a:rPr lang="en-US" sz="115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"Chúng tôi không chỉ xây một app học tiếng Anh. Chúng tôi đang xây một hệ thống học tập biết nhớ."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8400"/>
    </mc:Choice>
    <mc:Fallback>
      <p:transition advClick="0" advTm="284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7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6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3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6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2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6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1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6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6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69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6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8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7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6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6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9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24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6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3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6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82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6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1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82" grpId="0"/>
      <p:bldP spid="184" grpId="0"/>
      <p:bldP spid="186" grpId="0"/>
      <p:bldP spid="187" grpId="0"/>
      <p:bldP spid="189" grpId="0"/>
      <p:bldP spid="190" grpId="0"/>
      <p:bldP spid="192" grpId="0"/>
      <p:bldP spid="193" grpId="0"/>
      <p:bldP spid="194" grpId="0"/>
      <p:bldP spid="196" grpId="0"/>
      <p:bldP spid="197" grpId="0"/>
      <p:bldP spid="199" grpId="0"/>
      <p:bldP spid="200" grpId="0"/>
      <p:bldP spid="202" grpId="0"/>
      <p:bldP spid="203" grpId="0"/>
      <p:bldP spid="20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A623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0000">
              <a:alpha val="9019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2286000" y="292608"/>
            <a:ext cx="4572000" cy="274320"/>
          </a:xfrm>
          <a:prstGeom prst="roundRect">
            <a:avLst>
              <a:gd name="adj" fmla="val 50000"/>
            </a:avLst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2286000" y="2926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TỪ CHATBOT → GIA SƯ THẬT SỰ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57200" y="713232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Thị trường thiếu một trải nghiệm học</a:t>
            </a:r>
            <a:b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có thể nhớ, theo dõi và dạy tiếp.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114800" y="1993392"/>
            <a:ext cx="914400" cy="54864"/>
          </a:xfrm>
          <a:prstGeom prst="rect">
            <a:avLst/>
          </a:prstGeom>
          <a:solidFill>
            <a:srgbClr val="1C1208">
              <a:alpha val="60000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Đó là khoảng trống mà sản phẩm này đang nhắm tới.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7200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594360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PAIN THẬT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94360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Bắt đầu từ một nỗi đau cụ thể mà hàng triệu người đang gặp mỗi ngày.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355848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3493008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TRẢI NGHIỆM RÕ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493008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Giải bằng một vòng học đơn giản, dễ hiểu, không cần thêm nỗ lực.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254496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391656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KẾT QUẢ BỀN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391656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Dùng công nghệ để tạo ra tiến bộ học tập thật sự, không chỉ vui vẻ.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lang="en-US" sz="1500" b="0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English Tutor AI  ·  Pitch Deck  2025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4410"/>
    </mc:Choice>
    <mc:Fallback>
      <p:transition advClick="0" advTm="244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/>
      <p:bldP spid="217" grpId="0"/>
      <p:bldP spid="219" grpId="0"/>
      <p:bldP spid="221" grpId="0"/>
      <p:bldP spid="222" grpId="0"/>
      <p:bldP spid="224" grpId="0"/>
      <p:bldP spid="225" grpId="0"/>
      <p:bldP spid="227" grpId="0"/>
      <p:bldP spid="228" grpId="0"/>
      <p:bldP spid="23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365</Words>
  <Application>Microsoft Office PowerPoint</Application>
  <PresentationFormat>On-screen Show (16:9)</PresentationFormat>
  <Paragraphs>45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quang nguyễn</cp:lastModifiedBy>
  <cp:revision>4</cp:revision>
  <dcterms:modified xsi:type="dcterms:W3CDTF">2026-05-16T17:38:28Z</dcterms:modified>
</cp:coreProperties>
</file>