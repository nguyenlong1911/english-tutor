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DEBC0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474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AI ĐANG ĐAU?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Học ở chỗ này, ôn ở chỗ khác,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tra lỗi ở chỗ khác nữa.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AI BỊ ẢNH HƯỞNG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42316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6692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Sinh viên sắp đi làm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01752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6692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0584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đi làm cần tiếng Anh hàng ngày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61188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0584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học lâu năm vẫn thiếu phản xạ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HẬU QUẢ 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42316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6460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Kiến thức không nối tiếp thành kỹ năng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01752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6460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Lỗi cũ cứ lặp lại mãi không hết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361188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6460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Học nhiều giờ hơn, kết quả không tương xứng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315968"/>
            <a:ext cx="8138160" cy="594360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315968"/>
            <a:ext cx="54864" cy="59436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4315968"/>
            <a:ext cx="7909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"Hôm qua viết sai một câu email. Hôm nay hệ thống không nhớ gì — và câu đó lại bị sai thêm một lần nữa."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DEBC0">
              <a:alpha val="70196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THỊ TRƯỜNG ĐANG THAY ĐỔI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498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Không phải ai có nhiều bài học hơn sẽ thắng —</a:t>
            </a:r>
            <a:b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1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mà ai giúp người học tiến bộ đều hơn.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02996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212848"/>
            <a:ext cx="3931920" cy="2560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❌  Content First — Cách cũ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Ai có nhiều video, bài tập, từ vựng hơn thì được chọn.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Kết quả: biển nội dung khổng lồ, không có phương hướng.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Người học bị mệt, không biết mình đang tiến bộ không.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C07A00"/>
          </a:solidFill>
          <a:ln w="12700" cap="flat" cmpd="sng">
            <a:solidFill>
              <a:srgbClr val="C07A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✅  Memory First — Cách mới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Ai nhớ người học là ai, biết họ sai gì, và đưa đúng nội dung về đúng lúc.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Kết quả: người học tiến bộ đều và có thể đo lường được.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Mỗi phiên học nối tiếp phiên trước.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00000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3474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 w="12700" cap="flat" cmpd="sng">
            <a:solidFill>
              <a:srgbClr val="FFFB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3474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713232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gia sư AI không chỉ trả lời —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mà 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nhớ, theo dõi và dạy tiếp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từ đúng chỗ bạn đang vướng.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487168"/>
            <a:ext cx="50292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63347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Chúng tôi giúp người Việt học tiếng Anh đạt tiến bộ bền vững hơn bằng một gia sư AI nhớ mục tiêu, lỗi sai và lịch ôn của từng người — thay vì để họ tự ghép nhiều công cụ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547872"/>
            <a:ext cx="2423160" cy="13716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 cmpd="sng">
            <a:solidFill>
              <a:srgbClr val="00000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CÁCH CŨ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Tự lưu note, tự tạo flashcard, tự nhớ lịch ôn. Nặng nề và rất dễ bỏ cuộc.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63240" y="3547872"/>
            <a:ext cx="2423160" cy="137160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CÁCH MỚI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0040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Hệ thống tự ghi nhớ, tự nhắc lại và cá nhân hoá. Không cần nỗ lực thêm.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0" y="1371600"/>
            <a:ext cx="2743200" cy="265176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943600" y="15361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43600" y="2084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Aha Moment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080760" y="24231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Georgia"/>
              <a:buNone/>
            </a:pP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Phát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hiện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lỗi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sai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lưu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lại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và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gợi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nhắc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ôn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tập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cho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từng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học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viên</a:t>
            </a:r>
            <a:r>
              <a:rPr lang="en-US" sz="1200" b="0" i="1" u="none" strike="noStrike" cap="none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DEBC0">
              <a:alpha val="74901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CÁCH SẢN PHẨM HOẠT ĐỘNG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vòng học </a:t>
            </a:r>
            <a:r>
              <a:rPr lang="en-US" sz="2800" b="1" i="0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khép kín</a:t>
            </a: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học, thực hành, ghi nhớ, ôn lại.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121408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03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Chat trong ngữ cảnh thật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35915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Viết email, hội thoại, thuyết trình — không phải trắc nghiệm cứng nhắc.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658368" y="2560320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Nhận diện lỗi &amp; mục tiêu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Hệ thống nhận ra lỗi, đánh giá mức độ và gắn với mục tiêu cá nhân.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658368" y="3145536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7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05840" y="32735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Lưu thành trí nhớ cá nhân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3529584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Không cần tự ghi chép — hệ thống tự lưu lại những gì quan trọng.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658368" y="3730752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457200" y="3877056"/>
            <a:ext cx="402336" cy="402336"/>
          </a:xfrm>
          <a:prstGeom prst="ellipse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3877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Bài ôn quay lại đúng lúc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4114800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Kiến thức trở thành phản xạ tự nhiên qua ôn tập thông minh.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138160" cy="320040"/>
          </a:xfrm>
          <a:prstGeom prst="rect">
            <a:avLst/>
          </a:prstGeom>
          <a:solidFill>
            <a:srgbClr val="FEF6E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54864" cy="32004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617720"/>
            <a:ext cx="7909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"Mỗi buổi học đều nối tiếp buổi trước — như có người thật đang theo dõi hành trình của bạn."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7772400" y="2926080"/>
            <a:ext cx="2926080" cy="2926080"/>
          </a:xfrm>
          <a:prstGeom prst="ellipse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DEBC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3474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CÔNG NGHỆ ĐỨNG PHÍA SAU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Ba lớp tạo nên một hệ thống học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có trí nhớ.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920240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210312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34440" y="215798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Hội Thoại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34440" y="2432304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Người học luyện trong ngữ cảnh thật — không phải câu hỏi trắc nghiệm cứng nhắc. Phản hồi đúng trình độ, đúng mục tiêu.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990088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990088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2990088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234440" y="304495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Bộ Nhớ Học Tập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34440" y="331927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Hệ thống nhớ người học đã học gì, thường sai ở đâu — dài hạn và liên tục qua từng phiên học.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877056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39319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Cơ Chế Ôn Tập Thông Minh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34440" y="42062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Đưa đúng nội dung về đúng lúc. Không random, không cứng nhắc theo lịch — dựa trên dữ liệu cá nhân.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663440"/>
            <a:ext cx="8138160" cy="292608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050"/>
              <a:buFont typeface="Georgia"/>
              <a:buNone/>
            </a:pPr>
            <a:r>
              <a:rPr lang="en-US" sz="10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"Công nghệ không phải mục tiêu. Công nghệ chỉ là cách để biến việc học rời rạc thành một hệ thống học có trí nhớ."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DEBC0">
              <a:alpha val="65098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3474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3474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KẾT QUẢ KỲ VỌNG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Ít phân mảnh. Nhớ lâu hơn.</a:t>
            </a:r>
            <a:b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Tiến bộ đều hơn.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NGƯỜI HỌC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692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Giảm cảm giác học mãi mà không lên.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6692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5156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khả năng nhớ và dùng trong tình huống thật.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5156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Lộ trình học liên tục, không phải phiên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SẢN PHẨM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488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6460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4924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giữ chân vì người dùng thấy có tiếp nối.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488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6460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4924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Khác biệt rõ so với chatbot học tiếng Anh thường.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6460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4924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Mở đường cho premium: coaching theo nghề nghiệp.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4617720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"Chúng tôi không chỉ xây một app học tiếng Anh. Chúng tôi đang xây một hệ thống học tập biết nhớ."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0000">
              <a:alpha val="9019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286000" y="292608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TỪ CHATBOT → GIA SƯ THẬT SỰ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Thị trường thiếu một trải nghiệm học</a:t>
            </a:r>
            <a:b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có thể nhớ, theo dõi và dạy tiếp.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0" y="1993392"/>
            <a:ext cx="91440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Đó là khoảng trống mà sản phẩm này đang nhắm tới.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9436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PAIN THẬT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Bắt đầu từ một nỗi đau cụ thể mà hàng triệu người đang gặp mỗi ngày.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355848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49300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TRẢI NGHIỆM RÕ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93008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Giải bằng một vòng học đơn giản, dễ hiểu, không cần thêm nỗ lực.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54496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91656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KẾT QUẢ BỀN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91656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Dùng công nghệ để tạo ra tiến bộ học tập thật sự, không chỉ vui vẻ.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English Tutor AI  ·  Pitch Deck  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1006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3</cp:revision>
  <dcterms:modified xsi:type="dcterms:W3CDTF">2026-05-16T16:31:56Z</dcterms:modified>
</cp:coreProperties>
</file>