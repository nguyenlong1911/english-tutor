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DEBC0">
              <a:alpha val="80000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F5A623">
              <a:alpha val="30196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VẤN ĐỀ CỐT LÕI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749808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 mãi, mà vẫn phải</a:t>
            </a:r>
            <a:b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bắt đầu lại từ đầu.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874520"/>
            <a:ext cx="502920" cy="59436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0116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Người học không thiếu video, bài tập hay chatbot.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Điều họ thiếu là một hệ thống thật sự nhớ họ đã học gì, sai gì, và cần ôn lại khi nào.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907792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66928" y="29077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05840" y="290779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Học hôm nay — vài ngày sau quên hoàn toàn.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474720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66928" y="34747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05840" y="3474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Sai cùng một lỗi nhiều lần vì không được nhắc đúng lúc.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041648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66928" y="404164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05840" y="404164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Dùng rất nhiều công cụ, tiến bộ vẫn không đến.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806440" y="777240"/>
            <a:ext cx="2926080" cy="3840480"/>
          </a:xfrm>
          <a:prstGeom prst="rect">
            <a:avLst/>
          </a:prstGeom>
          <a:solidFill>
            <a:srgbClr val="FEF6E0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806440" y="777240"/>
            <a:ext cx="64008" cy="384048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989320" y="1143000"/>
            <a:ext cx="2606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"Vấn đề không nằm ở chỗ người học không cố gắng.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Vấn đề là trải nghiệm học hiện tại không tích lũy được trí nhớ dài hạn."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— Presenter Note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5000"/>
    </mc:Choice>
    <mc:Fallback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1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7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4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4" grpId="0"/>
      <p:bldP spid="25" grpId="0"/>
      <p:bldP spid="27" grpId="0"/>
      <p:bldP spid="28" grpId="0"/>
      <p:bldP spid="30" grpId="0"/>
      <p:bldP spid="31" grpId="0"/>
      <p:bldP spid="34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</Words>
  <Application>Microsoft Office PowerPoint</Application>
  <PresentationFormat>On-screen Show (16:9)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4</cp:revision>
  <dcterms:modified xsi:type="dcterms:W3CDTF">2026-05-16T17:28:09Z</dcterms:modified>
</cp:coreProperties>
</file>